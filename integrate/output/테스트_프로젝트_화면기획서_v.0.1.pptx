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8147" r:id="rId18"/>
    <p:sldId id="2147478148" r:id="rId19"/>
    <p:sldId id="2147478149" r:id="rId20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1200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2026. 5. 31.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테스트 프로젝트 」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2026-06-04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테스트 프로젝트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2026-06-04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홍길동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OCP 플랫폼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플랫폼에 배포된 서비스들의 목록과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독립성 지표: 각 서비스의 독립성 수준과 의존성 관계 시각화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확장성 현황: 서비스별 확장 가능 여부와 현재 확장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JSP 화면 마이그레이션 현황: 기존 JSP 화면의 PaaS 전환 진행 상황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JAVA 업무영역 현황: JAVA 업무영역의 PaaS 설계 및 전환 상태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클러스터 모니터링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클러스터 전체 상태: 클러스터의 전반적인 헬스 상태 및 가용성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노드 리스트: 클러스터 내 모든 노드의 목록과 기본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CPU 사용률: 노드별 CPU 사용률 현황 및 추이 그래프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메모리 사용률: 노드별 메모리 사용률 현황 및 추이 그래프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디스크 사용률: 노드별 디스크 사용률 현황 및 여유 공간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네트워크 트래픽: 노드별 네트워크 입출력 트래픽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서비스 트래픽 모니터링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토폴로지: 마이크로서비스 간의 연결 관계와 트래픽 흐름을 시각적으로 표현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서비스별 응답시간: 각 서비스의 평균 응답시간과 성능 지표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트래픽 볼륨: 서비스 간 호출 빈도와 데이터 전송량 현황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에러율 현황: 서비스별 에러 발생률과 실패한 요청 통계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분산 추적 정보: 특정 거래의 전체 경로와 각 구간별 처리 시간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>서비스 헬스 상태: 각 마이크로서비스의 현재 상태와 가용성 정보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  <a:cs typeface="+mn-cs"/>
                        </a:rPr>
                        <a:t/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Props1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30255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2506</cp:revision>
  <cp:lastPrinted>2024-06-05T07:20:25Z</cp:lastPrinted>
  <dcterms:created xsi:type="dcterms:W3CDTF">2005-06-13T02:27:40Z</dcterms:created>
  <dcterms:modified xsi:type="dcterms:W3CDTF">2026-05-31T10:05:08Z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