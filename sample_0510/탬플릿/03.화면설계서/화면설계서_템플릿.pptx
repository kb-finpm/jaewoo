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7969" r:id="rId8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992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2026. 5. 10.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{</a:t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프로젝트명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}</a:t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 」</a:t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{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작성일</a:t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}</a:t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{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프로젝트명</a:t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}</a:t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{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작성일</a:t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}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{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작성자</a:t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}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30255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2505</cp:revision>
  <cp:lastPrinted>2024-06-05T07:20:25Z</cp:lastPrinted>
  <dcterms:created xsi:type="dcterms:W3CDTF">2005-06-13T02:27:40Z</dcterms:created>
  <dcterms:modified xsi:type="dcterms:W3CDTF">2026-05-09T23:16:19Z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