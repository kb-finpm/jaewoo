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999" r:id="rId4"/>
    <p:sldMasterId id="2147484005" r:id="rId5"/>
  </p:sldMasterIdLst>
  <p:notesMasterIdLst>
    <p:notesMasterId r:id="rId9"/>
  </p:notesMasterIdLst>
  <p:handoutMasterIdLst>
    <p:handoutMasterId r:id="rId10"/>
  </p:handoutMasterIdLst>
  <p:sldIdLst>
    <p:sldId id="2147478145" r:id="rId6"/>
    <p:sldId id="2147478146" r:id="rId7"/>
    <p:sldId id="2147478147" r:id="rId18"/>
    <p:sldId id="2147478148" r:id="rId19"/>
    <p:sldId id="2147478149" r:id="rId20"/>
    <p:sldId id="2147478150" r:id="rId21"/>
    <p:sldId id="2147478151" r:id="rId22"/>
    <p:sldId id="2147478152" r:id="rId23"/>
    <p:sldId id="2147478153" r:id="rId24"/>
    <p:sldId id="2147478154" r:id="rId25"/>
    <p:sldId id="2147478155" r:id="rId26"/>
    <p:sldId id="2147478156" r:id="rId27"/>
    <p:sldId id="2147478157" r:id="rId28"/>
    <p:sldId id="2147478158" r:id="rId29"/>
    <p:sldId id="2147478159" r:id="rId30"/>
    <p:sldId id="2147478160" r:id="rId31"/>
    <p:sldId id="2147478161" r:id="rId32"/>
    <p:sldId id="2147478162" r:id="rId33"/>
    <p:sldId id="2147478163" r:id="rId34"/>
    <p:sldId id="2147478164" r:id="rId35"/>
    <p:sldId id="2147478165" r:id="rId36"/>
    <p:sldId id="2147478166" r:id="rId37"/>
    <p:sldId id="2147478167" r:id="rId38"/>
    <p:sldId id="2147478168" r:id="rId39"/>
    <p:sldId id="2147478169" r:id="rId40"/>
    <p:sldId id="2147478170" r:id="rId41"/>
    <p:sldId id="2147478171" r:id="rId42"/>
    <p:sldId id="2147478172" r:id="rId43"/>
    <p:sldId id="2147478173" r:id="rId44"/>
    <p:sldId id="2147478174" r:id="rId45"/>
    <p:sldId id="2147478175" r:id="rId46"/>
    <p:sldId id="2147478176" r:id="rId47"/>
    <p:sldId id="2147478177" r:id="rId48"/>
    <p:sldId id="2147478178" r:id="rId49"/>
  </p:sldIdLst>
  <p:sldSz cx="9906000" cy="6858000" type="A4"/>
  <p:notesSz cx="6808788" cy="9940925"/>
  <p:defaultTextStyle>
    <a:defPPr>
      <a:defRPr lang="ko-KR"/>
    </a:defPPr>
    <a:lvl1pPr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5pPr>
    <a:lvl6pPr marL="22860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6pPr>
    <a:lvl7pPr marL="27432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7pPr>
    <a:lvl8pPr marL="32004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8pPr>
    <a:lvl9pPr marL="36576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구역" id="{0F7A1FF9-A2C2-4847-969B-CE40A078927A}">
          <p14:sldIdLst>
            <p14:sldId id="2147478145"/>
            <p14:sldId id="2147478146"/>
          </p14:sldIdLst>
        </p14:section>
        <p14:section name="{서브시스템명}" id="{CE11089C-2DD5-4FD9-8847-3B0DB789EE13}">
          <p14:sldIdLst>
            <p14:sldId id="2147477969"/>
          </p14:sldIdLst>
        </p14:section>
      </p14:sectionLst>
    </p:ext>
    <p:ext uri="{EFAFB233-063F-42B5-8137-9DF3F51BA10A}">
      <p15:sldGuideLst xmlns:p15="http://schemas.microsoft.com/office/powerpoint/2012/main">
        <p15:guide id="6" pos="3097" userDrawn="1">
          <p15:clr>
            <a:srgbClr val="A4A3A4"/>
          </p15:clr>
        </p15:guide>
        <p15:guide id="12" pos="3007" userDrawn="1">
          <p15:clr>
            <a:srgbClr val="A4A3A4"/>
          </p15:clr>
        </p15:guide>
        <p15:guide id="25" orient="horz" pos="1684" userDrawn="1">
          <p15:clr>
            <a:srgbClr val="A4A3A4"/>
          </p15:clr>
        </p15:guide>
        <p15:guide id="26" pos="3188" userDrawn="1">
          <p15:clr>
            <a:srgbClr val="A4A3A4"/>
          </p15:clr>
        </p15:guide>
        <p15:guide id="29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e Kyung Jung" initials="TKJ" lastIdx="1" clrIdx="0">
    <p:extLst>
      <p:ext uri="{19B8F6BF-5375-455C-9EA6-DF929625EA0E}">
        <p15:presenceInfo xmlns:p15="http://schemas.microsoft.com/office/powerpoint/2012/main" userId="S::taekyungjung@kr.kpmg.com::a67d93a5-8e5b-4368-9d2c-b3335b30cd3c" providerId="AD"/>
      </p:ext>
    </p:extLst>
  </p:cmAuthor>
  <p:cmAuthor id="2" name="Administrator" initials="A" lastIdx="1" clrIdx="1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5500"/>
    <a:srgbClr val="FFFFFF"/>
    <a:srgbClr val="2272FF"/>
    <a:srgbClr val="D9D9D9"/>
    <a:srgbClr val="FFC000"/>
    <a:srgbClr val="F1A600"/>
    <a:srgbClr val="FFFFCC"/>
    <a:srgbClr val="FFF0C8"/>
    <a:srgbClr val="FFBF0D"/>
    <a:srgbClr val="00A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D220C-4B45-4025-9516-1F6454511FEF}" v="141" dt="2023-12-18T08:53:52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2" autoAdjust="0"/>
    <p:restoredTop sz="96391" autoAdjust="0"/>
  </p:normalViewPr>
  <p:slideViewPr>
    <p:cSldViewPr snapToGrid="0">
      <p:cViewPr varScale="1">
        <p:scale>
          <a:sx n="123" d="100"/>
          <a:sy n="123" d="100"/>
        </p:scale>
        <p:origin x="992" y="176"/>
      </p:cViewPr>
      <p:guideLst>
        <p:guide pos="3097"/>
        <p:guide pos="3007"/>
        <p:guide orient="horz" pos="1684"/>
        <p:guide pos="3188"/>
        <p:guide orient="horz" pos="5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104" y="240"/>
      </p:cViewPr>
      <p:guideLst>
        <p:guide orient="horz" pos="3130"/>
        <p:guide pos="2145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Dong-Kyu (KR/IA)" userId="6e7f3708-565e-40b8-b64f-f7a0cc2b0746" providerId="ADAL" clId="{517D220C-4B45-4025-9516-1F6454511FEF}"/>
    <pc:docChg chg="undo redo custSel addSld delSld modSld">
      <pc:chgData name="Kim, Dong-Kyu (KR/IA)" userId="6e7f3708-565e-40b8-b64f-f7a0cc2b0746" providerId="ADAL" clId="{517D220C-4B45-4025-9516-1F6454511FEF}" dt="2023-12-18T08:53:52.883" v="1738"/>
      <pc:docMkLst>
        <pc:docMk/>
      </pc:docMkLst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6704393" sldId="6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0503397" sldId="7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73378930" sldId="721"/>
        </pc:sldMkLst>
      </pc:sldChg>
      <pc:sldChg chg="addSp delSp modSp mod setBg">
        <pc:chgData name="Kim, Dong-Kyu (KR/IA)" userId="6e7f3708-565e-40b8-b64f-f7a0cc2b0746" providerId="ADAL" clId="{517D220C-4B45-4025-9516-1F6454511FEF}" dt="2023-12-18T08:24:10.323" v="274" actId="1076"/>
        <pc:sldMkLst>
          <pc:docMk/>
          <pc:sldMk cId="3734075097" sldId="3479"/>
        </pc:sldMkLst>
        <pc:spChg chg="add del mod">
          <ac:chgData name="Kim, Dong-Kyu (KR/IA)" userId="6e7f3708-565e-40b8-b64f-f7a0cc2b0746" providerId="ADAL" clId="{517D220C-4B45-4025-9516-1F6454511FEF}" dt="2023-12-18T08:21:53.008" v="248" actId="207"/>
          <ac:spMkLst>
            <pc:docMk/>
            <pc:sldMk cId="3734075097" sldId="3479"/>
            <ac:spMk id="3" creationId="{37B56414-4249-EDB2-CC5A-BE6547C4D5CD}"/>
          </ac:spMkLst>
        </pc:spChg>
        <pc:spChg chg="add del mod">
          <ac:chgData name="Kim, Dong-Kyu (KR/IA)" userId="6e7f3708-565e-40b8-b64f-f7a0cc2b0746" providerId="ADAL" clId="{517D220C-4B45-4025-9516-1F6454511FEF}" dt="2023-12-18T08:22:24.894" v="250" actId="553"/>
          <ac:spMkLst>
            <pc:docMk/>
            <pc:sldMk cId="3734075097" sldId="3479"/>
            <ac:spMk id="4" creationId="{BEC04869-A604-D9CD-6864-8F1EFC98001C}"/>
          </ac:spMkLst>
        </pc:spChg>
        <pc:spChg chg="mod">
          <ac:chgData name="Kim, Dong-Kyu (KR/IA)" userId="6e7f3708-565e-40b8-b64f-f7a0cc2b0746" providerId="ADAL" clId="{517D220C-4B45-4025-9516-1F6454511FEF}" dt="2023-12-18T08:20:51.522" v="245" actId="1076"/>
          <ac:spMkLst>
            <pc:docMk/>
            <pc:sldMk cId="3734075097" sldId="3479"/>
            <ac:spMk id="5" creationId="{7BAF301B-1088-B8EE-B349-959F09EA8240}"/>
          </ac:spMkLst>
        </pc:spChg>
        <pc:spChg chg="mod">
          <ac:chgData name="Kim, Dong-Kyu (KR/IA)" userId="6e7f3708-565e-40b8-b64f-f7a0cc2b0746" providerId="ADAL" clId="{517D220C-4B45-4025-9516-1F6454511FEF}" dt="2023-12-18T08:24:10.323" v="274" actId="1076"/>
          <ac:spMkLst>
            <pc:docMk/>
            <pc:sldMk cId="3734075097" sldId="3479"/>
            <ac:spMk id="6" creationId="{5CA27500-9D00-4A4E-A3DC-61FA410155B4}"/>
          </ac:spMkLst>
        </pc:spChg>
        <pc:spChg chg="add del">
          <ac:chgData name="Kim, Dong-Kyu (KR/IA)" userId="6e7f3708-565e-40b8-b64f-f7a0cc2b0746" providerId="ADAL" clId="{517D220C-4B45-4025-9516-1F6454511FEF}" dt="2023-12-18T08:15:05.979" v="60" actId="22"/>
          <ac:spMkLst>
            <pc:docMk/>
            <pc:sldMk cId="3734075097" sldId="3479"/>
            <ac:spMk id="8" creationId="{EC269143-609F-3878-64D2-064EBC77E5AC}"/>
          </ac:spMkLst>
        </pc:spChg>
        <pc:spChg chg="add del">
          <ac:chgData name="Kim, Dong-Kyu (KR/IA)" userId="6e7f3708-565e-40b8-b64f-f7a0cc2b0746" providerId="ADAL" clId="{517D220C-4B45-4025-9516-1F6454511FEF}" dt="2023-12-18T08:15:07.367" v="62" actId="22"/>
          <ac:spMkLst>
            <pc:docMk/>
            <pc:sldMk cId="3734075097" sldId="3479"/>
            <ac:spMk id="10" creationId="{7671E5E0-B11E-DA4B-3D82-EF9866592EDA}"/>
          </ac:spMkLst>
        </pc:spChg>
        <pc:spChg chg="add del mod">
          <ac:chgData name="Kim, Dong-Kyu (KR/IA)" userId="6e7f3708-565e-40b8-b64f-f7a0cc2b0746" providerId="ADAL" clId="{517D220C-4B45-4025-9516-1F6454511FEF}" dt="2023-12-18T08:18:55.178" v="124" actId="478"/>
          <ac:spMkLst>
            <pc:docMk/>
            <pc:sldMk cId="3734075097" sldId="3479"/>
            <ac:spMk id="12" creationId="{F40C195B-DFC5-F720-ECDB-94DB04AF5EE1}"/>
          </ac:spMkLst>
        </pc:spChg>
        <pc:picChg chg="add del mod ord">
          <ac:chgData name="Kim, Dong-Kyu (KR/IA)" userId="6e7f3708-565e-40b8-b64f-f7a0cc2b0746" providerId="ADAL" clId="{517D220C-4B45-4025-9516-1F6454511FEF}" dt="2023-12-18T08:16:49.784" v="75" actId="478"/>
          <ac:picMkLst>
            <pc:docMk/>
            <pc:sldMk cId="3734075097" sldId="3479"/>
            <ac:picMk id="14" creationId="{F1969D8D-E740-442E-69E9-7891CE1362C3}"/>
          </ac:picMkLst>
        </pc:picChg>
        <pc:picChg chg="add del mod ord">
          <ac:chgData name="Kim, Dong-Kyu (KR/IA)" userId="6e7f3708-565e-40b8-b64f-f7a0cc2b0746" providerId="ADAL" clId="{517D220C-4B45-4025-9516-1F6454511FEF}" dt="2023-12-18T08:19:29.295" v="129" actId="478"/>
          <ac:picMkLst>
            <pc:docMk/>
            <pc:sldMk cId="3734075097" sldId="3479"/>
            <ac:picMk id="16" creationId="{767CAD60-DB08-E161-07B8-6A05F05CBC4E}"/>
          </ac:picMkLst>
        </pc:picChg>
        <pc:picChg chg="add del mod ord">
          <ac:chgData name="Kim, Dong-Kyu (KR/IA)" userId="6e7f3708-565e-40b8-b64f-f7a0cc2b0746" providerId="ADAL" clId="{517D220C-4B45-4025-9516-1F6454511FEF}" dt="2023-12-18T08:22:58.978" v="254" actId="478"/>
          <ac:picMkLst>
            <pc:docMk/>
            <pc:sldMk cId="3734075097" sldId="3479"/>
            <ac:picMk id="18" creationId="{D805DDE2-41B8-B654-4983-EBEC44DE24CE}"/>
          </ac:picMkLst>
        </pc:picChg>
        <pc:picChg chg="add del mod">
          <ac:chgData name="Kim, Dong-Kyu (KR/IA)" userId="6e7f3708-565e-40b8-b64f-f7a0cc2b0746" providerId="ADAL" clId="{517D220C-4B45-4025-9516-1F6454511FEF}" dt="2023-12-18T08:23:11.743" v="264" actId="478"/>
          <ac:picMkLst>
            <pc:docMk/>
            <pc:sldMk cId="3734075097" sldId="3479"/>
            <ac:picMk id="20" creationId="{654D471D-D11F-0309-3F65-3C3BF6BEDBC7}"/>
          </ac:picMkLst>
        </pc:picChg>
        <pc:picChg chg="add mod modCrop">
          <ac:chgData name="Kim, Dong-Kyu (KR/IA)" userId="6e7f3708-565e-40b8-b64f-f7a0cc2b0746" providerId="ADAL" clId="{517D220C-4B45-4025-9516-1F6454511FEF}" dt="2023-12-18T08:23:40.740" v="273" actId="1076"/>
          <ac:picMkLst>
            <pc:docMk/>
            <pc:sldMk cId="3734075097" sldId="3479"/>
            <ac:picMk id="22" creationId="{360E8363-FBB9-F5F8-70C8-5F6AA2053500}"/>
          </ac:picMkLst>
        </pc:picChg>
        <pc:picChg chg="del">
          <ac:chgData name="Kim, Dong-Kyu (KR/IA)" userId="6e7f3708-565e-40b8-b64f-f7a0cc2b0746" providerId="ADAL" clId="{517D220C-4B45-4025-9516-1F6454511FEF}" dt="2023-12-18T08:16:07.231" v="68" actId="478"/>
          <ac:picMkLst>
            <pc:docMk/>
            <pc:sldMk cId="3734075097" sldId="3479"/>
            <ac:picMk id="1032" creationId="{13A751AA-2448-B880-3A75-AA3FC7AADB31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56436166" sldId="214684907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709276375" sldId="21474758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69692747" sldId="214747588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359331561" sldId="21474759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33887164" sldId="2147476606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2523505636" sldId="214747669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558537876" sldId="2147476703"/>
        </pc:sldMkLst>
      </pc:sldChg>
      <pc:sldChg chg="modSp mod">
        <pc:chgData name="Kim, Dong-Kyu (KR/IA)" userId="6e7f3708-565e-40b8-b64f-f7a0cc2b0746" providerId="ADAL" clId="{517D220C-4B45-4025-9516-1F6454511FEF}" dt="2023-12-18T08:51:52.671" v="1736" actId="20577"/>
        <pc:sldMkLst>
          <pc:docMk/>
          <pc:sldMk cId="1555203232" sldId="2147476814"/>
        </pc:sldMkLst>
        <pc:spChg chg="mod">
          <ac:chgData name="Kim, Dong-Kyu (KR/IA)" userId="6e7f3708-565e-40b8-b64f-f7a0cc2b0746" providerId="ADAL" clId="{517D220C-4B45-4025-9516-1F6454511FEF}" dt="2023-12-18T08:51:52.671" v="1736" actId="20577"/>
          <ac:spMkLst>
            <pc:docMk/>
            <pc:sldMk cId="1555203232" sldId="2147476814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434919542" sldId="214747684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837607139" sldId="214747693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88243311" sldId="214747693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67463360" sldId="214747693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23487380" sldId="214747696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868712702" sldId="214747697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703365105" sldId="21474769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902548062" sldId="214747698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452449081" sldId="21474770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333994" sldId="21474770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39569048" sldId="214747703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550344784" sldId="214747704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74930077" sldId="2147477046"/>
        </pc:sldMkLst>
      </pc:sldChg>
      <pc:sldChg chg="delSp modSp mod">
        <pc:chgData name="Kim, Dong-Kyu (KR/IA)" userId="6e7f3708-565e-40b8-b64f-f7a0cc2b0746" providerId="ADAL" clId="{517D220C-4B45-4025-9516-1F6454511FEF}" dt="2023-12-18T08:35:07.195" v="571" actId="20577"/>
        <pc:sldMkLst>
          <pc:docMk/>
          <pc:sldMk cId="1301067441" sldId="2147477053"/>
        </pc:sldMkLst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" creationId="{F5370CA9-BC26-D24F-797A-845805B46CEA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3" creationId="{4586B1B5-E372-0587-C4A1-4691211E1834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4" creationId="{1DF77A1B-1A46-93C8-0522-EFBA17303D6D}"/>
          </ac:spMkLst>
        </pc:spChg>
        <pc:spChg chg="mod">
          <ac:chgData name="Kim, Dong-Kyu (KR/IA)" userId="6e7f3708-565e-40b8-b64f-f7a0cc2b0746" providerId="ADAL" clId="{517D220C-4B45-4025-9516-1F6454511FEF}" dt="2023-12-18T08:34:54.486" v="527" actId="20577"/>
          <ac:spMkLst>
            <pc:docMk/>
            <pc:sldMk cId="1301067441" sldId="214747705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5:07.195" v="571" actId="20577"/>
          <ac:spMkLst>
            <pc:docMk/>
            <pc:sldMk cId="1301067441" sldId="2147477053"/>
            <ac:spMk id="6" creationId="{1F517FD0-BFA5-1E48-EAED-F2B536016D9C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7" creationId="{ED6E1FD1-B276-B595-CED3-A79AF8A8956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8" creationId="{C89391B4-1B55-7B36-D8B1-2D62561369E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9" creationId="{6F48612D-CFC3-A286-4092-23487FCF96D5}"/>
          </ac:spMkLst>
        </pc:spChg>
        <pc:spChg chg="mod">
          <ac:chgData name="Kim, Dong-Kyu (KR/IA)" userId="6e7f3708-565e-40b8-b64f-f7a0cc2b0746" providerId="ADAL" clId="{517D220C-4B45-4025-9516-1F6454511FEF}" dt="2023-12-18T08:34:11.613" v="507"/>
          <ac:spMkLst>
            <pc:docMk/>
            <pc:sldMk cId="1301067441" sldId="2147477053"/>
            <ac:spMk id="10" creationId="{A67F4C72-5A6E-C59A-2F1C-1B3512D93A1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2" creationId="{3729E6B6-35EF-B47C-B4D3-A3E4D480B53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3" creationId="{A6596247-2A16-7C78-268A-BEA6BB702773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4" creationId="{D5B8FC26-EFC9-B7C2-580D-C798FF1E911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5" creationId="{ED660216-7490-D002-4B9D-BDA0CBAE664D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6" creationId="{7A344821-AB19-A471-FAFE-4A346E6EB40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7" creationId="{BF3BA82E-0A6F-6E8E-1B13-A47E66BE6D39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9" creationId="{9C6B8888-B49A-9883-D569-D5BABB9AF684}"/>
          </ac:spMkLst>
        </pc:spChg>
        <pc:spChg chg="mod">
          <ac:chgData name="Kim, Dong-Kyu (KR/IA)" userId="6e7f3708-565e-40b8-b64f-f7a0cc2b0746" providerId="ADAL" clId="{517D220C-4B45-4025-9516-1F6454511FEF}" dt="2023-12-18T08:12:01.422" v="55" actId="20577"/>
          <ac:spMkLst>
            <pc:docMk/>
            <pc:sldMk cId="1301067441" sldId="2147477053"/>
            <ac:spMk id="32" creationId="{5C483DF7-1D24-6F4F-5694-43A65A68ACB5}"/>
          </ac:spMkLst>
        </pc:sp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5" creationId="{6A5569FC-7CEC-0AE5-F345-62A5C6E03A73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6" creationId="{D2D8B514-E6A1-E044-64BF-47A2B318A2EF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4" creationId="{B06F8425-9648-5B5E-7A2E-4D7F35753F55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8" creationId="{B3FEDB54-62E6-24CA-EA29-53E6554F8E26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40295117" sldId="214747705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59846567" sldId="2147477055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601891490" sldId="214747705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86925048" sldId="214747705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211482637" sldId="214747706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27810949" sldId="214747706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3261955" sldId="214747706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03519786" sldId="2147477070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049486184" sldId="214747707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746384051" sldId="21474770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63539704" sldId="214747708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526914609" sldId="214747708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54609608" sldId="2147477082"/>
        </pc:sldMkLst>
      </pc:sldChg>
      <pc:sldChg chg="add del">
        <pc:chgData name="Kim, Dong-Kyu (KR/IA)" userId="6e7f3708-565e-40b8-b64f-f7a0cc2b0746" providerId="ADAL" clId="{517D220C-4B45-4025-9516-1F6454511FEF}" dt="2023-12-18T08:35:09.933" v="572" actId="2696"/>
        <pc:sldMkLst>
          <pc:docMk/>
          <pc:sldMk cId="871984479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02.581" v="676"/>
        <pc:sldMkLst>
          <pc:docMk/>
          <pc:sldMk cId="1791125449" sldId="2147477087"/>
        </pc:sldMkLst>
        <pc:spChg chg="mod">
          <ac:chgData name="Kim, Dong-Kyu (KR/IA)" userId="6e7f3708-565e-40b8-b64f-f7a0cc2b0746" providerId="ADAL" clId="{517D220C-4B45-4025-9516-1F6454511FEF}" dt="2023-12-18T08:35:44.909" v="614" actId="20577"/>
          <ac:spMkLst>
            <pc:docMk/>
            <pc:sldMk cId="1791125449" sldId="214747708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02.581" v="676"/>
          <ac:spMkLst>
            <pc:docMk/>
            <pc:sldMk cId="1791125449" sldId="214747708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35:36.425" v="607" actId="20577"/>
          <ac:spMkLst>
            <pc:docMk/>
            <pc:sldMk cId="1791125449" sldId="2147477087"/>
            <ac:spMk id="10" creationId="{A67F4C72-5A6E-C59A-2F1C-1B3512D93A10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51802750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37.016" v="763"/>
        <pc:sldMkLst>
          <pc:docMk/>
          <pc:sldMk cId="2276435837" sldId="2147477088"/>
        </pc:sldMkLst>
        <pc:spChg chg="mod">
          <ac:chgData name="Kim, Dong-Kyu (KR/IA)" userId="6e7f3708-565e-40b8-b64f-f7a0cc2b0746" providerId="ADAL" clId="{517D220C-4B45-4025-9516-1F6454511FEF}" dt="2023-12-18T08:36:37.016" v="763"/>
          <ac:spMkLst>
            <pc:docMk/>
            <pc:sldMk cId="2276435837" sldId="214747708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18.632" v="726"/>
          <ac:spMkLst>
            <pc:docMk/>
            <pc:sldMk cId="2276435837" sldId="2147477088"/>
            <ac:spMk id="6" creationId="{1F517FD0-BFA5-1E48-EAED-F2B536016D9C}"/>
          </ac:spMkLst>
        </pc:spChg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249422692" sldId="2147477088"/>
        </pc:sldMkLst>
      </pc:sldChg>
      <pc:sldChg chg="modSp add mod">
        <pc:chgData name="Kim, Dong-Kyu (KR/IA)" userId="6e7f3708-565e-40b8-b64f-f7a0cc2b0746" providerId="ADAL" clId="{517D220C-4B45-4025-9516-1F6454511FEF}" dt="2023-12-18T08:36:45.297" v="771" actId="20577"/>
        <pc:sldMkLst>
          <pc:docMk/>
          <pc:sldMk cId="2191350126" sldId="2147477089"/>
        </pc:sldMkLst>
        <pc:spChg chg="mod">
          <ac:chgData name="Kim, Dong-Kyu (KR/IA)" userId="6e7f3708-565e-40b8-b64f-f7a0cc2b0746" providerId="ADAL" clId="{517D220C-4B45-4025-9516-1F6454511FEF}" dt="2023-12-18T08:36:45.297" v="771" actId="20577"/>
          <ac:spMkLst>
            <pc:docMk/>
            <pc:sldMk cId="2191350126" sldId="214747708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26.102" v="740"/>
          <ac:spMkLst>
            <pc:docMk/>
            <pc:sldMk cId="2191350126" sldId="214747708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932920362" sldId="2147477090"/>
        </pc:sldMkLst>
        <pc:spChg chg="mod">
          <ac:chgData name="Kim, Dong-Kyu (KR/IA)" userId="6e7f3708-565e-40b8-b64f-f7a0cc2b0746" providerId="ADAL" clId="{517D220C-4B45-4025-9516-1F6454511FEF}" dt="2023-12-18T08:37:55.454" v="883" actId="1036"/>
          <ac:spMkLst>
            <pc:docMk/>
            <pc:sldMk cId="1932920362" sldId="2147477090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932920362" sldId="2147477090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56752183" sldId="2147477090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79562826" sldId="2147477091"/>
        </pc:sldMkLst>
        <pc:spChg chg="mod">
          <ac:chgData name="Kim, Dong-Kyu (KR/IA)" userId="6e7f3708-565e-40b8-b64f-f7a0cc2b0746" providerId="ADAL" clId="{517D220C-4B45-4025-9516-1F6454511FEF}" dt="2023-12-18T08:38:13.571" v="916" actId="1035"/>
          <ac:spMkLst>
            <pc:docMk/>
            <pc:sldMk cId="79562826" sldId="2147477091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79562826" sldId="2147477091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465445973" sldId="2147477092"/>
        </pc:sldMkLst>
        <pc:spChg chg="mod">
          <ac:chgData name="Kim, Dong-Kyu (KR/IA)" userId="6e7f3708-565e-40b8-b64f-f7a0cc2b0746" providerId="ADAL" clId="{517D220C-4B45-4025-9516-1F6454511FEF}" dt="2023-12-18T08:38:33.236" v="939" actId="1035"/>
          <ac:spMkLst>
            <pc:docMk/>
            <pc:sldMk cId="3465445973" sldId="2147477092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465445973" sldId="2147477092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42326993" sldId="2147477093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931058006" sldId="2147477093"/>
        </pc:sldMkLst>
        <pc:spChg chg="mod">
          <ac:chgData name="Kim, Dong-Kyu (KR/IA)" userId="6e7f3708-565e-40b8-b64f-f7a0cc2b0746" providerId="ADAL" clId="{517D220C-4B45-4025-9516-1F6454511FEF}" dt="2023-12-18T08:39:04.612" v="965" actId="1036"/>
          <ac:spMkLst>
            <pc:docMk/>
            <pc:sldMk cId="3931058006" sldId="2147477093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931058006" sldId="2147477093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029948763" sldId="2147477094"/>
        </pc:sldMkLst>
        <pc:spChg chg="mod">
          <ac:chgData name="Kim, Dong-Kyu (KR/IA)" userId="6e7f3708-565e-40b8-b64f-f7a0cc2b0746" providerId="ADAL" clId="{517D220C-4B45-4025-9516-1F6454511FEF}" dt="2023-12-18T08:48:44.933" v="1703" actId="1036"/>
          <ac:spMkLst>
            <pc:docMk/>
            <pc:sldMk cId="3029948763" sldId="2147477094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029948763" sldId="2147477094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21478834" sldId="2147477095"/>
        </pc:sldMkLst>
        <pc:spChg chg="mod">
          <ac:chgData name="Kim, Dong-Kyu (KR/IA)" userId="6e7f3708-565e-40b8-b64f-f7a0cc2b0746" providerId="ADAL" clId="{517D220C-4B45-4025-9516-1F6454511FEF}" dt="2023-12-18T08:39:54.672" v="1050"/>
          <ac:spMkLst>
            <pc:docMk/>
            <pc:sldMk cId="1121478834" sldId="2147477095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00.957" v="1063"/>
          <ac:spMkLst>
            <pc:docMk/>
            <pc:sldMk cId="1121478834" sldId="2147477095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21478834" sldId="214747709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391559963" sldId="2147477096"/>
        </pc:sldMkLst>
        <pc:spChg chg="mod">
          <ac:chgData name="Kim, Dong-Kyu (KR/IA)" userId="6e7f3708-565e-40b8-b64f-f7a0cc2b0746" providerId="ADAL" clId="{517D220C-4B45-4025-9516-1F6454511FEF}" dt="2023-12-18T08:40:15.022" v="1079"/>
          <ac:spMkLst>
            <pc:docMk/>
            <pc:sldMk cId="391559963" sldId="2147477096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391559963" sldId="214747709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427087737" sldId="2147477097"/>
        </pc:sldMkLst>
        <pc:spChg chg="mod">
          <ac:chgData name="Kim, Dong-Kyu (KR/IA)" userId="6e7f3708-565e-40b8-b64f-f7a0cc2b0746" providerId="ADAL" clId="{517D220C-4B45-4025-9516-1F6454511FEF}" dt="2023-12-18T08:40:33.198" v="1144" actId="20577"/>
          <ac:spMkLst>
            <pc:docMk/>
            <pc:sldMk cId="427087737" sldId="214747709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24.488" v="1125" actId="20577"/>
          <ac:spMkLst>
            <pc:docMk/>
            <pc:sldMk cId="427087737" sldId="214747709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427087737" sldId="214747709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243279913" sldId="2147477098"/>
        </pc:sldMkLst>
        <pc:spChg chg="mod">
          <ac:chgData name="Kim, Dong-Kyu (KR/IA)" userId="6e7f3708-565e-40b8-b64f-f7a0cc2b0746" providerId="ADAL" clId="{517D220C-4B45-4025-9516-1F6454511FEF}" dt="2023-12-18T08:41:01.720" v="1166" actId="20577"/>
          <ac:spMkLst>
            <pc:docMk/>
            <pc:sldMk cId="1243279913" sldId="214747709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53.316" v="1162"/>
          <ac:spMkLst>
            <pc:docMk/>
            <pc:sldMk cId="1243279913" sldId="2147477098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243279913" sldId="214747709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97832167" sldId="2147477099"/>
        </pc:sldMkLst>
        <pc:spChg chg="mod">
          <ac:chgData name="Kim, Dong-Kyu (KR/IA)" userId="6e7f3708-565e-40b8-b64f-f7a0cc2b0746" providerId="ADAL" clId="{517D220C-4B45-4025-9516-1F6454511FEF}" dt="2023-12-18T08:41:19.490" v="1187"/>
          <ac:spMkLst>
            <pc:docMk/>
            <pc:sldMk cId="1197832167" sldId="214747709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1:27.425" v="1223"/>
          <ac:spMkLst>
            <pc:docMk/>
            <pc:sldMk cId="1197832167" sldId="2147477099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97832167" sldId="214747709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494195918" sldId="2147477100"/>
        </pc:sldMkLst>
        <pc:spChg chg="mod">
          <ac:chgData name="Kim, Dong-Kyu (KR/IA)" userId="6e7f3708-565e-40b8-b64f-f7a0cc2b0746" providerId="ADAL" clId="{517D220C-4B45-4025-9516-1F6454511FEF}" dt="2023-12-18T08:41:34.201" v="1245"/>
          <ac:spMkLst>
            <pc:docMk/>
            <pc:sldMk cId="1494195918" sldId="2147477100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494195918" sldId="214747710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13.303" v="1298" actId="20577"/>
        <pc:sldMkLst>
          <pc:docMk/>
          <pc:sldMk cId="758237072" sldId="2147477101"/>
        </pc:sldMkLst>
        <pc:spChg chg="mod">
          <ac:chgData name="Kim, Dong-Kyu (KR/IA)" userId="6e7f3708-565e-40b8-b64f-f7a0cc2b0746" providerId="ADAL" clId="{517D220C-4B45-4025-9516-1F6454511FEF}" dt="2023-12-18T08:42:11.489" v="1295" actId="20577"/>
          <ac:spMkLst>
            <pc:docMk/>
            <pc:sldMk cId="758237072" sldId="2147477101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13.303" v="1298" actId="20577"/>
          <ac:spMkLst>
            <pc:docMk/>
            <pc:sldMk cId="758237072" sldId="214747710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24.415" v="1314"/>
        <pc:sldMkLst>
          <pc:docMk/>
          <pc:sldMk cId="4115723967" sldId="2147477102"/>
        </pc:sldMkLst>
        <pc:spChg chg="mod">
          <ac:chgData name="Kim, Dong-Kyu (KR/IA)" userId="6e7f3708-565e-40b8-b64f-f7a0cc2b0746" providerId="ADAL" clId="{517D220C-4B45-4025-9516-1F6454511FEF}" dt="2023-12-18T08:42:24.415" v="1314"/>
          <ac:spMkLst>
            <pc:docMk/>
            <pc:sldMk cId="4115723967" sldId="2147477102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42.453" v="1371"/>
        <pc:sldMkLst>
          <pc:docMk/>
          <pc:sldMk cId="1505596840" sldId="2147477103"/>
        </pc:sldMkLst>
        <pc:spChg chg="mod">
          <ac:chgData name="Kim, Dong-Kyu (KR/IA)" userId="6e7f3708-565e-40b8-b64f-f7a0cc2b0746" providerId="ADAL" clId="{517D220C-4B45-4025-9516-1F6454511FEF}" dt="2023-12-18T08:42:42.453" v="1371"/>
          <ac:spMkLst>
            <pc:docMk/>
            <pc:sldMk cId="1505596840" sldId="214747710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35.597" v="1352"/>
          <ac:spMkLst>
            <pc:docMk/>
            <pc:sldMk cId="1505596840" sldId="2147477103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51.837" v="1409" actId="20577"/>
        <pc:sldMkLst>
          <pc:docMk/>
          <pc:sldMk cId="3911520950" sldId="2147477104"/>
        </pc:sldMkLst>
        <pc:spChg chg="mod">
          <ac:chgData name="Kim, Dong-Kyu (KR/IA)" userId="6e7f3708-565e-40b8-b64f-f7a0cc2b0746" providerId="ADAL" clId="{517D220C-4B45-4025-9516-1F6454511FEF}" dt="2023-12-18T08:42:51.837" v="1409" actId="20577"/>
          <ac:spMkLst>
            <pc:docMk/>
            <pc:sldMk cId="3911520950" sldId="2147477104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06.025" v="1446" actId="20577"/>
        <pc:sldMkLst>
          <pc:docMk/>
          <pc:sldMk cId="1456069937" sldId="2147477105"/>
        </pc:sldMkLst>
        <pc:spChg chg="mod">
          <ac:chgData name="Kim, Dong-Kyu (KR/IA)" userId="6e7f3708-565e-40b8-b64f-f7a0cc2b0746" providerId="ADAL" clId="{517D220C-4B45-4025-9516-1F6454511FEF}" dt="2023-12-18T08:43:06.025" v="1446" actId="20577"/>
          <ac:spMkLst>
            <pc:docMk/>
            <pc:sldMk cId="1456069937" sldId="2147477105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15.711" v="1464"/>
        <pc:sldMkLst>
          <pc:docMk/>
          <pc:sldMk cId="1783533602" sldId="2147477106"/>
        </pc:sldMkLst>
        <pc:spChg chg="mod">
          <ac:chgData name="Kim, Dong-Kyu (KR/IA)" userId="6e7f3708-565e-40b8-b64f-f7a0cc2b0746" providerId="ADAL" clId="{517D220C-4B45-4025-9516-1F6454511FEF}" dt="2023-12-18T08:43:15.711" v="1464"/>
          <ac:spMkLst>
            <pc:docMk/>
            <pc:sldMk cId="1783533602" sldId="2147477106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21.382" v="1481"/>
        <pc:sldMkLst>
          <pc:docMk/>
          <pc:sldMk cId="3753553430" sldId="2147477107"/>
        </pc:sldMkLst>
        <pc:spChg chg="mod">
          <ac:chgData name="Kim, Dong-Kyu (KR/IA)" userId="6e7f3708-565e-40b8-b64f-f7a0cc2b0746" providerId="ADAL" clId="{517D220C-4B45-4025-9516-1F6454511FEF}" dt="2023-12-18T08:43:21.382" v="1481"/>
          <ac:spMkLst>
            <pc:docMk/>
            <pc:sldMk cId="3753553430" sldId="2147477107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35.495" v="1528"/>
        <pc:sldMkLst>
          <pc:docMk/>
          <pc:sldMk cId="3793360095" sldId="2147477108"/>
        </pc:sldMkLst>
        <pc:spChg chg="mod">
          <ac:chgData name="Kim, Dong-Kyu (KR/IA)" userId="6e7f3708-565e-40b8-b64f-f7a0cc2b0746" providerId="ADAL" clId="{517D220C-4B45-4025-9516-1F6454511FEF}" dt="2023-12-18T08:43:30.056" v="1502"/>
          <ac:spMkLst>
            <pc:docMk/>
            <pc:sldMk cId="3793360095" sldId="214747710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3:35.495" v="1528"/>
          <ac:spMkLst>
            <pc:docMk/>
            <pc:sldMk cId="3793360095" sldId="2147477108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44.900" v="1563"/>
        <pc:sldMkLst>
          <pc:docMk/>
          <pc:sldMk cId="950230612" sldId="2147477109"/>
        </pc:sldMkLst>
        <pc:spChg chg="mod">
          <ac:chgData name="Kim, Dong-Kyu (KR/IA)" userId="6e7f3708-565e-40b8-b64f-f7a0cc2b0746" providerId="ADAL" clId="{517D220C-4B45-4025-9516-1F6454511FEF}" dt="2023-12-18T08:43:44.900" v="1563"/>
          <ac:spMkLst>
            <pc:docMk/>
            <pc:sldMk cId="950230612" sldId="214747710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54.450" v="1588" actId="20577"/>
        <pc:sldMkLst>
          <pc:docMk/>
          <pc:sldMk cId="2468302105" sldId="2147477110"/>
        </pc:sldMkLst>
        <pc:spChg chg="mod">
          <ac:chgData name="Kim, Dong-Kyu (KR/IA)" userId="6e7f3708-565e-40b8-b64f-f7a0cc2b0746" providerId="ADAL" clId="{517D220C-4B45-4025-9516-1F6454511FEF}" dt="2023-12-18T08:43:54.450" v="1588" actId="20577"/>
          <ac:spMkLst>
            <pc:docMk/>
            <pc:sldMk cId="2468302105" sldId="2147477110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269841610" sldId="2147477111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269841610" sldId="214747711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212866278" sldId="2147477112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212866278" sldId="2147477112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6:10.774" v="1609" actId="2696"/>
        <pc:sldMkLst>
          <pc:docMk/>
          <pc:sldMk cId="3295657849" sldId="2147477113"/>
        </pc:sldMkLst>
        <pc:spChg chg="mod">
          <ac:chgData name="Kim, Dong-Kyu (KR/IA)" userId="6e7f3708-565e-40b8-b64f-f7a0cc2b0746" providerId="ADAL" clId="{517D220C-4B45-4025-9516-1F6454511FEF}" dt="2023-12-18T08:46:06.242" v="1608"/>
          <ac:spMkLst>
            <pc:docMk/>
            <pc:sldMk cId="3295657849" sldId="214747711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76541670" sldId="2147477114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76541670" sldId="2147477114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16.635" v="1611" actId="2696"/>
        <pc:sldMkLst>
          <pc:docMk/>
          <pc:sldMk cId="766338143" sldId="2147477115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964393613" sldId="2147477116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964393613" sldId="2147477116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26.892" v="1613" actId="2696"/>
        <pc:sldMkLst>
          <pc:docMk/>
          <pc:sldMk cId="1677344334" sldId="2147477117"/>
        </pc:sldMkLst>
      </pc:sldChg>
      <pc:sldChg chg="add del">
        <pc:chgData name="Kim, Dong-Kyu (KR/IA)" userId="6e7f3708-565e-40b8-b64f-f7a0cc2b0746" providerId="ADAL" clId="{517D220C-4B45-4025-9516-1F6454511FEF}" dt="2023-12-18T08:46:36.132" v="1614" actId="2696"/>
        <pc:sldMkLst>
          <pc:docMk/>
          <pc:sldMk cId="594074167" sldId="2147477118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526120742" sldId="2147477119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526120742" sldId="214747711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319799983" sldId="2147477120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319799983" sldId="2147477120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353527708" sldId="2147477121"/>
        </pc:sldMkLst>
        <pc:spChg chg="mod">
          <ac:chgData name="Kim, Dong-Kyu (KR/IA)" userId="6e7f3708-565e-40b8-b64f-f7a0cc2b0746" providerId="ADAL" clId="{517D220C-4B45-4025-9516-1F6454511FEF}" dt="2023-12-18T08:47:20.293" v="1658" actId="14100"/>
          <ac:spMkLst>
            <pc:docMk/>
            <pc:sldMk cId="1353527708" sldId="2147477121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591175720" sldId="2147477122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874185210" sldId="2147477123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051445811" sldId="2147477124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220746805" sldId="2147477125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4135912598" sldId="2147477126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848694498" sldId="2147477127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442819238" sldId="2147477128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207970647" sldId="2147477129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012706031" sldId="2147477130"/>
        </pc:sldMkLst>
      </pc:sldChg>
      <pc:sldChg chg="modSp add mod">
        <pc:chgData name="Kim, Dong-Kyu (KR/IA)" userId="6e7f3708-565e-40b8-b64f-f7a0cc2b0746" providerId="ADAL" clId="{517D220C-4B45-4025-9516-1F6454511FEF}" dt="2023-12-18T08:48:56.757" v="1721" actId="20577"/>
        <pc:sldMkLst>
          <pc:docMk/>
          <pc:sldMk cId="54830371" sldId="2147477131"/>
        </pc:sldMkLst>
        <pc:spChg chg="mod">
          <ac:chgData name="Kim, Dong-Kyu (KR/IA)" userId="6e7f3708-565e-40b8-b64f-f7a0cc2b0746" providerId="ADAL" clId="{517D220C-4B45-4025-9516-1F6454511FEF}" dt="2023-12-18T08:48:56.757" v="1721" actId="20577"/>
          <ac:spMkLst>
            <pc:docMk/>
            <pc:sldMk cId="54830371" sldId="214747713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09.399" v="1722"/>
        <pc:sldMkLst>
          <pc:docMk/>
          <pc:sldMk cId="1797379356" sldId="2147477132"/>
        </pc:sldMkLst>
        <pc:spChg chg="mod">
          <ac:chgData name="Kim, Dong-Kyu (KR/IA)" userId="6e7f3708-565e-40b8-b64f-f7a0cc2b0746" providerId="ADAL" clId="{517D220C-4B45-4025-9516-1F6454511FEF}" dt="2023-12-18T08:49:09.399" v="1722"/>
          <ac:spMkLst>
            <pc:docMk/>
            <pc:sldMk cId="1797379356" sldId="214747713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13.716" v="1723"/>
        <pc:sldMkLst>
          <pc:docMk/>
          <pc:sldMk cId="19048034" sldId="2147477133"/>
        </pc:sldMkLst>
        <pc:spChg chg="mod">
          <ac:chgData name="Kim, Dong-Kyu (KR/IA)" userId="6e7f3708-565e-40b8-b64f-f7a0cc2b0746" providerId="ADAL" clId="{517D220C-4B45-4025-9516-1F6454511FEF}" dt="2023-12-18T08:49:13.716" v="1723"/>
          <ac:spMkLst>
            <pc:docMk/>
            <pc:sldMk cId="19048034" sldId="214747713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0.686" v="1724"/>
        <pc:sldMkLst>
          <pc:docMk/>
          <pc:sldMk cId="2904855883" sldId="2147477134"/>
        </pc:sldMkLst>
        <pc:spChg chg="mod">
          <ac:chgData name="Kim, Dong-Kyu (KR/IA)" userId="6e7f3708-565e-40b8-b64f-f7a0cc2b0746" providerId="ADAL" clId="{517D220C-4B45-4025-9516-1F6454511FEF}" dt="2023-12-18T08:49:20.686" v="1724"/>
          <ac:spMkLst>
            <pc:docMk/>
            <pc:sldMk cId="2904855883" sldId="214747713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4.598" v="1725"/>
        <pc:sldMkLst>
          <pc:docMk/>
          <pc:sldMk cId="1737804072" sldId="2147477135"/>
        </pc:sldMkLst>
        <pc:spChg chg="mod">
          <ac:chgData name="Kim, Dong-Kyu (KR/IA)" userId="6e7f3708-565e-40b8-b64f-f7a0cc2b0746" providerId="ADAL" clId="{517D220C-4B45-4025-9516-1F6454511FEF}" dt="2023-12-18T08:49:24.598" v="1725"/>
          <ac:spMkLst>
            <pc:docMk/>
            <pc:sldMk cId="1737804072" sldId="214747713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8.284" v="1726"/>
        <pc:sldMkLst>
          <pc:docMk/>
          <pc:sldMk cId="3656018915" sldId="2147477136"/>
        </pc:sldMkLst>
        <pc:spChg chg="mod">
          <ac:chgData name="Kim, Dong-Kyu (KR/IA)" userId="6e7f3708-565e-40b8-b64f-f7a0cc2b0746" providerId="ADAL" clId="{517D220C-4B45-4025-9516-1F6454511FEF}" dt="2023-12-18T08:49:28.284" v="1726"/>
          <ac:spMkLst>
            <pc:docMk/>
            <pc:sldMk cId="3656018915" sldId="214747713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2.680" v="1727"/>
        <pc:sldMkLst>
          <pc:docMk/>
          <pc:sldMk cId="1585908058" sldId="2147477137"/>
        </pc:sldMkLst>
        <pc:spChg chg="mod">
          <ac:chgData name="Kim, Dong-Kyu (KR/IA)" userId="6e7f3708-565e-40b8-b64f-f7a0cc2b0746" providerId="ADAL" clId="{517D220C-4B45-4025-9516-1F6454511FEF}" dt="2023-12-18T08:49:32.680" v="1727"/>
          <ac:spMkLst>
            <pc:docMk/>
            <pc:sldMk cId="1585908058" sldId="214747713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9.018" v="1728"/>
        <pc:sldMkLst>
          <pc:docMk/>
          <pc:sldMk cId="2438146340" sldId="2147477138"/>
        </pc:sldMkLst>
        <pc:spChg chg="mod">
          <ac:chgData name="Kim, Dong-Kyu (KR/IA)" userId="6e7f3708-565e-40b8-b64f-f7a0cc2b0746" providerId="ADAL" clId="{517D220C-4B45-4025-9516-1F6454511FEF}" dt="2023-12-18T08:49:39.018" v="1728"/>
          <ac:spMkLst>
            <pc:docMk/>
            <pc:sldMk cId="2438146340" sldId="214747713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4.163" v="1729"/>
        <pc:sldMkLst>
          <pc:docMk/>
          <pc:sldMk cId="3375771579" sldId="2147477139"/>
        </pc:sldMkLst>
        <pc:spChg chg="mod">
          <ac:chgData name="Kim, Dong-Kyu (KR/IA)" userId="6e7f3708-565e-40b8-b64f-f7a0cc2b0746" providerId="ADAL" clId="{517D220C-4B45-4025-9516-1F6454511FEF}" dt="2023-12-18T08:49:44.163" v="1729"/>
          <ac:spMkLst>
            <pc:docMk/>
            <pc:sldMk cId="3375771579" sldId="214747713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8.387" v="1730"/>
        <pc:sldMkLst>
          <pc:docMk/>
          <pc:sldMk cId="2635596253" sldId="2147477140"/>
        </pc:sldMkLst>
        <pc:spChg chg="mod">
          <ac:chgData name="Kim, Dong-Kyu (KR/IA)" userId="6e7f3708-565e-40b8-b64f-f7a0cc2b0746" providerId="ADAL" clId="{517D220C-4B45-4025-9516-1F6454511FEF}" dt="2023-12-18T08:49:48.387" v="1730"/>
          <ac:spMkLst>
            <pc:docMk/>
            <pc:sldMk cId="2635596253" sldId="214747714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06.506" v="1690" actId="14100"/>
        <pc:sldMkLst>
          <pc:docMk/>
          <pc:sldMk cId="3948118400" sldId="2147477141"/>
        </pc:sldMkLst>
        <pc:spChg chg="mod">
          <ac:chgData name="Kim, Dong-Kyu (KR/IA)" userId="6e7f3708-565e-40b8-b64f-f7a0cc2b0746" providerId="ADAL" clId="{517D220C-4B45-4025-9516-1F6454511FEF}" dt="2023-12-18T08:48:06.506" v="1690" actId="14100"/>
          <ac:spMkLst>
            <pc:docMk/>
            <pc:sldMk cId="3948118400" sldId="214747714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15.945" v="1692" actId="14100"/>
        <pc:sldMkLst>
          <pc:docMk/>
          <pc:sldMk cId="3403206639" sldId="2147477142"/>
        </pc:sldMkLst>
        <pc:spChg chg="mod">
          <ac:chgData name="Kim, Dong-Kyu (KR/IA)" userId="6e7f3708-565e-40b8-b64f-f7a0cc2b0746" providerId="ADAL" clId="{517D220C-4B45-4025-9516-1F6454511FEF}" dt="2023-12-18T08:48:15.945" v="1692" actId="14100"/>
          <ac:spMkLst>
            <pc:docMk/>
            <pc:sldMk cId="3403206639" sldId="214747714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0.259" v="1694" actId="14100"/>
        <pc:sldMkLst>
          <pc:docMk/>
          <pc:sldMk cId="3513720434" sldId="2147477143"/>
        </pc:sldMkLst>
        <pc:spChg chg="mod">
          <ac:chgData name="Kim, Dong-Kyu (KR/IA)" userId="6e7f3708-565e-40b8-b64f-f7a0cc2b0746" providerId="ADAL" clId="{517D220C-4B45-4025-9516-1F6454511FEF}" dt="2023-12-18T08:48:20.259" v="1694" actId="14100"/>
          <ac:spMkLst>
            <pc:docMk/>
            <pc:sldMk cId="3513720434" sldId="214747714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4.226" v="1696" actId="14100"/>
        <pc:sldMkLst>
          <pc:docMk/>
          <pc:sldMk cId="4210378015" sldId="2147477144"/>
        </pc:sldMkLst>
        <pc:spChg chg="mod">
          <ac:chgData name="Kim, Dong-Kyu (KR/IA)" userId="6e7f3708-565e-40b8-b64f-f7a0cc2b0746" providerId="ADAL" clId="{517D220C-4B45-4025-9516-1F6454511FEF}" dt="2023-12-18T08:48:24.226" v="1696" actId="14100"/>
          <ac:spMkLst>
            <pc:docMk/>
            <pc:sldMk cId="4210378015" sldId="214747714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8.013" v="1698" actId="14100"/>
        <pc:sldMkLst>
          <pc:docMk/>
          <pc:sldMk cId="3618925808" sldId="2147477145"/>
        </pc:sldMkLst>
        <pc:spChg chg="mod">
          <ac:chgData name="Kim, Dong-Kyu (KR/IA)" userId="6e7f3708-565e-40b8-b64f-f7a0cc2b0746" providerId="ADAL" clId="{517D220C-4B45-4025-9516-1F6454511FEF}" dt="2023-12-18T08:48:28.013" v="1698" actId="14100"/>
          <ac:spMkLst>
            <pc:docMk/>
            <pc:sldMk cId="3618925808" sldId="214747714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31.671" v="1700" actId="14100"/>
        <pc:sldMkLst>
          <pc:docMk/>
          <pc:sldMk cId="4045123550" sldId="2147477146"/>
        </pc:sldMkLst>
        <pc:spChg chg="mod">
          <ac:chgData name="Kim, Dong-Kyu (KR/IA)" userId="6e7f3708-565e-40b8-b64f-f7a0cc2b0746" providerId="ADAL" clId="{517D220C-4B45-4025-9516-1F6454511FEF}" dt="2023-12-18T08:48:31.671" v="1700" actId="14100"/>
          <ac:spMkLst>
            <pc:docMk/>
            <pc:sldMk cId="4045123550" sldId="2147477146"/>
            <ac:spMk id="10" creationId="{A67F4C72-5A6E-C59A-2F1C-1B3512D93A1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943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r">
              <a:defRPr sz="1200"/>
            </a:lvl1pPr>
          </a:lstStyle>
          <a:p>
            <a:fld id="{B847FDA9-9F7C-413D-B610-D6F83F462202}" type="datetimeFigureOut">
              <a:rPr lang="ko-KR" altLang="en-US" smtClean="0">
                <a:ea typeface="KoPub돋움체 Medium" panose="00000600000000000000" pitchFamily="2" charset="-127"/>
              </a:rPr>
              <a:pPr/>
              <a:t>2026. 5. 10.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6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943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r">
              <a:defRPr sz="1200"/>
            </a:lvl1pPr>
          </a:lstStyle>
          <a:p>
            <a:fld id="{8E2347C6-8D75-43E2-83AB-4DA33C3F36A1}" type="slidenum">
              <a:rPr lang="ko-KR" altLang="en-US" smtClean="0">
                <a:ea typeface="KoPub돋움체 Medium" panose="00000600000000000000" pitchFamily="2" charset="-127"/>
              </a:rPr>
              <a:pPr/>
              <a:t>‹#›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7269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98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44538"/>
            <a:ext cx="5384800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563" y="4721663"/>
            <a:ext cx="5447666" cy="447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98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fld id="{9EB6472E-2A23-43FE-BF71-7E23ED9A9D6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80585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5CE376-780B-A676-4C04-2399FA35D41F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KoPub돋움체 Medium" panose="00000600000000000000" pitchFamily="2" charset="-127"/>
                <a:cs typeface="Arial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KoPub돋움체 Medium" panose="00000600000000000000" pitchFamily="2" charset="-127"/>
              <a:cs typeface="Arial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82654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23695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544484"/>
              </p:ext>
            </p:extLst>
          </p:nvPr>
        </p:nvGraphicFramePr>
        <p:xfrm>
          <a:off x="92075" y="663233"/>
          <a:ext cx="7042150" cy="5788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150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</a:tblGrid>
              <a:tr h="280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화면 레이아웃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5508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582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6" orient="horz" pos="406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C8C2C22-DE1E-4669-88C0-0D3114E7A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100295"/>
            <a:ext cx="8829674" cy="52863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651625"/>
            <a:ext cx="9905999" cy="708047"/>
          </a:xfrm>
          <a:prstGeom prst="rect">
            <a:avLst/>
          </a:prstGeom>
          <a:solidFill>
            <a:schemeClr val="bg2"/>
          </a:solidFill>
        </p:spPr>
        <p:txBody>
          <a:bodyPr lIns="288000" tIns="72000" rIns="144000"/>
          <a:lstStyle>
            <a:lvl1pPr>
              <a:defRPr sz="18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1pPr>
            <a:lvl2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2pPr>
            <a:lvl3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3pPr>
            <a:lvl4pPr>
              <a:defRPr sz="14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4pPr>
            <a:lvl5pPr>
              <a:defRPr sz="105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7551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82463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V_감사정보_1_요구사항 명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954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724"/>
            <a:ext cx="9907587" cy="685655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390063" y="324000"/>
            <a:ext cx="21302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9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">
            <a:extLst>
              <a:ext uri="{FF2B5EF4-FFF2-40B4-BE49-F238E27FC236}">
                <a16:creationId xmlns:a16="http://schemas.microsoft.com/office/drawing/2014/main" id="{B8A41256-83F0-BC25-F70A-0F838157ADB2}"/>
              </a:ext>
            </a:extLst>
          </p:cNvPr>
          <p:cNvSpPr txBox="1">
            <a:spLocks/>
          </p:cNvSpPr>
          <p:nvPr userDrawn="1"/>
        </p:nvSpPr>
        <p:spPr>
          <a:xfrm>
            <a:off x="8454040" y="6615134"/>
            <a:ext cx="1301311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Univers for KPMG"/>
                <a:ea typeface="Univers for KPMG"/>
                <a:cs typeface="Univers for KPMG"/>
                <a:sym typeface="Univers for KPMG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915" b="1" baseline="0" smtClean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Univers for KPMG"/>
              </a:rPr>
              <a:pPr algn="r"/>
              <a:t>‹#›</a:t>
            </a:fld>
            <a:endParaRPr lang="en-US" sz="915" b="1" baseline="0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Univers for KPMG"/>
            </a:endParaRPr>
          </a:p>
        </p:txBody>
      </p:sp>
      <p:pic>
        <p:nvPicPr>
          <p:cNvPr id="5" name="그림 4" descr="텍스트, 폰트, 로고, 상징이(가) 표시된 사진&#10;&#10;자동 생성된 설명">
            <a:extLst>
              <a:ext uri="{FF2B5EF4-FFF2-40B4-BE49-F238E27FC236}">
                <a16:creationId xmlns:a16="http://schemas.microsoft.com/office/drawing/2014/main" id="{A98F5744-0E3D-B876-2F51-0F38349C87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8758" y="6389951"/>
            <a:ext cx="758825" cy="41961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3D67BC6-FE5A-5BC5-FA84-CEAFD1728441}"/>
              </a:ext>
            </a:extLst>
          </p:cNvPr>
          <p:cNvSpPr/>
          <p:nvPr userDrawn="1"/>
        </p:nvSpPr>
        <p:spPr>
          <a:xfrm>
            <a:off x="-971771" y="585061"/>
            <a:ext cx="360000" cy="360000"/>
          </a:xfrm>
          <a:prstGeom prst="rect">
            <a:avLst/>
          </a:prstGeom>
          <a:solidFill>
            <a:srgbClr val="0033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B2D52D-84BF-CE6A-915D-91FD426405FA}"/>
              </a:ext>
            </a:extLst>
          </p:cNvPr>
          <p:cNvSpPr/>
          <p:nvPr userDrawn="1"/>
        </p:nvSpPr>
        <p:spPr>
          <a:xfrm>
            <a:off x="-971771" y="2745301"/>
            <a:ext cx="360000" cy="360000"/>
          </a:xfrm>
          <a:prstGeom prst="rect">
            <a:avLst/>
          </a:prstGeom>
          <a:solidFill>
            <a:srgbClr val="00A3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6B257A-6E3A-92EE-F794-29807F2F5DC7}"/>
              </a:ext>
            </a:extLst>
          </p:cNvPr>
          <p:cNvSpPr/>
          <p:nvPr userDrawn="1"/>
        </p:nvSpPr>
        <p:spPr>
          <a:xfrm>
            <a:off x="-521510" y="2745301"/>
            <a:ext cx="360000" cy="360000"/>
          </a:xfrm>
          <a:prstGeom prst="rect">
            <a:avLst/>
          </a:prstGeom>
          <a:solidFill>
            <a:srgbClr val="6D207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F807B4-8058-FA85-A1A5-641162ED81A2}"/>
              </a:ext>
            </a:extLst>
          </p:cNvPr>
          <p:cNvSpPr/>
          <p:nvPr userDrawn="1"/>
        </p:nvSpPr>
        <p:spPr>
          <a:xfrm>
            <a:off x="-971771" y="1016317"/>
            <a:ext cx="360000" cy="360000"/>
          </a:xfrm>
          <a:prstGeom prst="rect">
            <a:avLst/>
          </a:prstGeom>
          <a:solidFill>
            <a:srgbClr val="0091D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5683FD-47EA-4570-80F0-6196D4C1632F}"/>
              </a:ext>
            </a:extLst>
          </p:cNvPr>
          <p:cNvSpPr/>
          <p:nvPr userDrawn="1"/>
        </p:nvSpPr>
        <p:spPr>
          <a:xfrm>
            <a:off x="-971771" y="2304826"/>
            <a:ext cx="360000" cy="360000"/>
          </a:xfrm>
          <a:prstGeom prst="rect">
            <a:avLst/>
          </a:prstGeom>
          <a:solidFill>
            <a:srgbClr val="B5D0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9BA49B-DEF1-6B8D-5E5A-A03EECF30236}"/>
              </a:ext>
            </a:extLst>
          </p:cNvPr>
          <p:cNvSpPr/>
          <p:nvPr userDrawn="1"/>
        </p:nvSpPr>
        <p:spPr>
          <a:xfrm>
            <a:off x="-971771" y="1877552"/>
            <a:ext cx="360000" cy="360000"/>
          </a:xfrm>
          <a:prstGeom prst="rect">
            <a:avLst/>
          </a:prstGeom>
          <a:solidFill>
            <a:srgbClr val="2272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7C8D42-7B7F-2D0B-F783-80864A8CD35B}"/>
              </a:ext>
            </a:extLst>
          </p:cNvPr>
          <p:cNvSpPr/>
          <p:nvPr userDrawn="1"/>
        </p:nvSpPr>
        <p:spPr>
          <a:xfrm>
            <a:off x="-521510" y="585061"/>
            <a:ext cx="360000" cy="360000"/>
          </a:xfrm>
          <a:prstGeom prst="rect">
            <a:avLst/>
          </a:prstGeom>
          <a:solidFill>
            <a:srgbClr val="000000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A2E4E4-51E4-711B-C1E3-A755D3FBC8E5}"/>
              </a:ext>
            </a:extLst>
          </p:cNvPr>
          <p:cNvSpPr/>
          <p:nvPr userDrawn="1"/>
        </p:nvSpPr>
        <p:spPr>
          <a:xfrm>
            <a:off x="-521510" y="1016317"/>
            <a:ext cx="360000" cy="360000"/>
          </a:xfrm>
          <a:prstGeom prst="rect">
            <a:avLst/>
          </a:prstGeom>
          <a:solidFill>
            <a:srgbClr val="000000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B1B516-8374-E5BC-9824-82FBEE01D408}"/>
              </a:ext>
            </a:extLst>
          </p:cNvPr>
          <p:cNvSpPr/>
          <p:nvPr userDrawn="1"/>
        </p:nvSpPr>
        <p:spPr>
          <a:xfrm>
            <a:off x="-521510" y="2313253"/>
            <a:ext cx="360000" cy="360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25FD23-A8FE-25B4-9CD5-FB2A406DCA7F}"/>
              </a:ext>
            </a:extLst>
          </p:cNvPr>
          <p:cNvSpPr/>
          <p:nvPr userDrawn="1"/>
        </p:nvSpPr>
        <p:spPr>
          <a:xfrm>
            <a:off x="-521510" y="1875147"/>
            <a:ext cx="360000" cy="360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D8D7EA-8F12-1026-7B0B-F2BE07D572B9}"/>
              </a:ext>
            </a:extLst>
          </p:cNvPr>
          <p:cNvSpPr/>
          <p:nvPr userDrawn="1"/>
        </p:nvSpPr>
        <p:spPr>
          <a:xfrm>
            <a:off x="-521510" y="1447873"/>
            <a:ext cx="360000" cy="3600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19F5C4-39E9-6E7A-4E41-35EBFA5F909A}"/>
              </a:ext>
            </a:extLst>
          </p:cNvPr>
          <p:cNvSpPr/>
          <p:nvPr userDrawn="1"/>
        </p:nvSpPr>
        <p:spPr>
          <a:xfrm>
            <a:off x="-972625" y="1449157"/>
            <a:ext cx="360000" cy="360000"/>
          </a:xfrm>
          <a:prstGeom prst="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11BBFB-8AF0-18BF-7389-2008D7D9B4C6}"/>
              </a:ext>
            </a:extLst>
          </p:cNvPr>
          <p:cNvSpPr/>
          <p:nvPr userDrawn="1"/>
        </p:nvSpPr>
        <p:spPr bwMode="auto">
          <a:xfrm>
            <a:off x="-506284" y="3247929"/>
            <a:ext cx="344774" cy="172386"/>
          </a:xfrm>
          <a:prstGeom prst="rect">
            <a:avLst/>
          </a:prstGeom>
          <a:solidFill>
            <a:srgbClr val="75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BEE81E-F9CF-B45A-13C8-3430D404266C}"/>
              </a:ext>
            </a:extLst>
          </p:cNvPr>
          <p:cNvSpPr/>
          <p:nvPr userDrawn="1"/>
        </p:nvSpPr>
        <p:spPr bwMode="auto">
          <a:xfrm>
            <a:off x="-506284" y="3450139"/>
            <a:ext cx="344774" cy="172386"/>
          </a:xfrm>
          <a:prstGeom prst="rect">
            <a:avLst/>
          </a:prstGeom>
          <a:solidFill>
            <a:srgbClr val="FFBF0D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53E172-4D9B-50B3-F6EC-1DB61C39F421}"/>
              </a:ext>
            </a:extLst>
          </p:cNvPr>
          <p:cNvSpPr/>
          <p:nvPr userDrawn="1"/>
        </p:nvSpPr>
        <p:spPr bwMode="auto">
          <a:xfrm>
            <a:off x="-506284" y="3652349"/>
            <a:ext cx="344774" cy="172386"/>
          </a:xfrm>
          <a:prstGeom prst="rect">
            <a:avLst/>
          </a:prstGeom>
          <a:solidFill>
            <a:srgbClr val="8585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62068C-1D36-A218-27E5-0FB155578128}"/>
              </a:ext>
            </a:extLst>
          </p:cNvPr>
          <p:cNvSpPr/>
          <p:nvPr userDrawn="1"/>
        </p:nvSpPr>
        <p:spPr bwMode="auto">
          <a:xfrm>
            <a:off x="-506284" y="4258978"/>
            <a:ext cx="344774" cy="172386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161361-4EE4-C0AE-1D48-EF13E902C04A}"/>
              </a:ext>
            </a:extLst>
          </p:cNvPr>
          <p:cNvSpPr/>
          <p:nvPr userDrawn="1"/>
        </p:nvSpPr>
        <p:spPr bwMode="auto">
          <a:xfrm>
            <a:off x="-919034" y="3247929"/>
            <a:ext cx="344774" cy="172386"/>
          </a:xfrm>
          <a:prstGeom prst="rect">
            <a:avLst/>
          </a:prstGeom>
          <a:solidFill>
            <a:srgbClr val="F1A6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705B076-EB48-FAF1-1E4B-7D0A33E93D2B}"/>
              </a:ext>
            </a:extLst>
          </p:cNvPr>
          <p:cNvSpPr/>
          <p:nvPr userDrawn="1"/>
        </p:nvSpPr>
        <p:spPr bwMode="auto">
          <a:xfrm>
            <a:off x="-919034" y="3450139"/>
            <a:ext cx="344774" cy="172386"/>
          </a:xfrm>
          <a:prstGeom prst="rect">
            <a:avLst/>
          </a:prstGeom>
          <a:solidFill>
            <a:srgbClr val="F4B7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88C6D5-469D-10F4-5B55-F8F1AA180475}"/>
              </a:ext>
            </a:extLst>
          </p:cNvPr>
          <p:cNvSpPr/>
          <p:nvPr userDrawn="1"/>
        </p:nvSpPr>
        <p:spPr bwMode="auto">
          <a:xfrm>
            <a:off x="-919034" y="3652349"/>
            <a:ext cx="344774" cy="172386"/>
          </a:xfrm>
          <a:prstGeom prst="rect">
            <a:avLst/>
          </a:prstGeom>
          <a:solidFill>
            <a:srgbClr val="6D6052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4E2CC1-A9E9-AE5C-13F3-27578D06AC85}"/>
              </a:ext>
            </a:extLst>
          </p:cNvPr>
          <p:cNvSpPr/>
          <p:nvPr userDrawn="1"/>
        </p:nvSpPr>
        <p:spPr bwMode="auto">
          <a:xfrm>
            <a:off x="-919034" y="3854559"/>
            <a:ext cx="344774" cy="172386"/>
          </a:xfrm>
          <a:prstGeom prst="rect">
            <a:avLst/>
          </a:prstGeom>
          <a:solidFill>
            <a:srgbClr val="7F684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4D3D43-F7B3-F4DB-1922-CEE37683198F}"/>
              </a:ext>
            </a:extLst>
          </p:cNvPr>
          <p:cNvSpPr/>
          <p:nvPr userDrawn="1"/>
        </p:nvSpPr>
        <p:spPr bwMode="auto">
          <a:xfrm>
            <a:off x="-917318" y="4056769"/>
            <a:ext cx="344774" cy="172386"/>
          </a:xfrm>
          <a:prstGeom prst="rect">
            <a:avLst/>
          </a:prstGeom>
          <a:solidFill>
            <a:srgbClr val="4A483F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5E09A2-F936-77B6-3472-DE1694B7B3CD}"/>
              </a:ext>
            </a:extLst>
          </p:cNvPr>
          <p:cNvSpPr/>
          <p:nvPr userDrawn="1"/>
        </p:nvSpPr>
        <p:spPr bwMode="auto">
          <a:xfrm>
            <a:off x="-506284" y="3854559"/>
            <a:ext cx="344774" cy="172386"/>
          </a:xfrm>
          <a:prstGeom prst="rect">
            <a:avLst/>
          </a:prstGeom>
          <a:solidFill>
            <a:srgbClr val="8386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B0C5BAF-9DBA-8D34-4096-055E3780C7BB}"/>
              </a:ext>
            </a:extLst>
          </p:cNvPr>
          <p:cNvSpPr/>
          <p:nvPr userDrawn="1"/>
        </p:nvSpPr>
        <p:spPr bwMode="auto">
          <a:xfrm>
            <a:off x="-506284" y="4056769"/>
            <a:ext cx="344774" cy="172386"/>
          </a:xfrm>
          <a:prstGeom prst="rect">
            <a:avLst/>
          </a:prstGeom>
          <a:solidFill>
            <a:srgbClr val="D1D1D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51F734-92C8-A377-41E3-BDFEDD1CB52F}"/>
              </a:ext>
            </a:extLst>
          </p:cNvPr>
          <p:cNvSpPr/>
          <p:nvPr userDrawn="1"/>
        </p:nvSpPr>
        <p:spPr bwMode="auto">
          <a:xfrm>
            <a:off x="-917318" y="4258978"/>
            <a:ext cx="344774" cy="172386"/>
          </a:xfrm>
          <a:prstGeom prst="rect">
            <a:avLst/>
          </a:prstGeom>
          <a:solidFill>
            <a:srgbClr val="DFC89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067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ko-KR" altLang="en-US" sz="2000" b="1" kern="1200" spc="0" baseline="0" dirty="0" smtClean="0">
          <a:solidFill>
            <a:schemeClr val="tx1"/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197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395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592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789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defRPr lang="ko-KR" altLang="en-US" sz="1600" b="0" kern="1200" spc="0" baseline="0" dirty="0" smtClean="0">
          <a:solidFill>
            <a:schemeClr val="tx1">
              <a:lumMod val="75000"/>
              <a:lumOff val="25000"/>
            </a:schemeClr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n-cs"/>
        </a:defRPr>
      </a:lvl1pPr>
      <a:lvl2pPr marL="817558" indent="-28574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2pPr>
      <a:lvl3pPr marL="1225543" indent="-228599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3pPr>
      <a:lvl4pPr marL="1633529" indent="-228599" algn="l" rtl="0" eaLnBrk="0" fontAlgn="base" hangingPunct="0">
        <a:spcBef>
          <a:spcPct val="20000"/>
        </a:spcBef>
        <a:spcAft>
          <a:spcPct val="0"/>
        </a:spcAft>
        <a:buChar char="–"/>
        <a:defRPr sz="12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4pPr>
      <a:lvl5pPr marL="2057388" indent="-228599" algn="l" rtl="0" eaLnBrk="0" fontAlgn="base" hangingPunct="0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5pPr>
      <a:lvl6pPr marL="2514585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" userDrawn="1">
          <p15:clr>
            <a:srgbClr val="F26B43"/>
          </p15:clr>
        </p15:guide>
        <p15:guide id="2" pos="618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59194" y="5865530"/>
            <a:ext cx="1943289" cy="321712"/>
          </a:xfrm>
          <a:prstGeom prst="rect">
            <a:avLst/>
          </a:prstGeom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705233" y="431142"/>
            <a:ext cx="7200767" cy="26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「 FinPM 테스트 프로젝트 구축 」</a:t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endParaRPr kumimoji="1" lang="en-US" sz="16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59979" y="5864077"/>
            <a:ext cx="8835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2026-05-31</a:t>
            </a:r>
            <a:r>
              <a:rPr lang="ko-KR" altLang="en-US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/>
            </a: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/>
            </a:r>
            <a:endParaRPr kumimoji="1" lang="ko-KR" alt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59979" y="1658194"/>
            <a:ext cx="7348921" cy="391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FinPM 테스트 프로젝트 구축</a:t>
            </a:r>
            <a:r>
              <a:rPr lang="ko-KR" altLang="en-US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/>
            </a: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/>
            </a:r>
            <a:endParaRPr kumimoji="1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38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63242"/>
              </p:ext>
            </p:extLst>
          </p:nvPr>
        </p:nvGraphicFramePr>
        <p:xfrm>
          <a:off x="384175" y="1318260"/>
          <a:ext cx="936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7259100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551166682"/>
                    </a:ext>
                  </a:extLst>
                </a:gridCol>
                <a:gridCol w="5904000">
                  <a:extLst>
                    <a:ext uri="{9D8B030D-6E8A-4147-A177-3AD203B41FA5}">
                      <a16:colId xmlns:a16="http://schemas.microsoft.com/office/drawing/2014/main" val="2636367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0155507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26972468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일자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버전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주요내용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승인자</a:t>
                      </a:r>
                      <a:endParaRPr lang="ko-KR" altLang="en-US" sz="14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10899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2026-05-31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0.1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최초 작성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허재우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9158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1237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8815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96974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30626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15F0961-B800-FC05-05E5-3ADD07D424DB}"/>
              </a:ext>
            </a:extLst>
          </p:cNvPr>
          <p:cNvSpPr/>
          <p:nvPr/>
        </p:nvSpPr>
        <p:spPr>
          <a:xfrm>
            <a:off x="384175" y="908050"/>
            <a:ext cx="1757495" cy="288000"/>
          </a:xfrm>
          <a:prstGeom prst="rect">
            <a:avLst/>
          </a:prstGeom>
          <a:solidFill>
            <a:srgbClr val="755500"/>
          </a:solidFill>
          <a:ln w="9525">
            <a:solidFill>
              <a:srgbClr val="0033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B금융 본문체 Medium"/>
                <a:ea typeface="KB금융 본문체 Medium"/>
                <a:cs typeface="+mn-cs"/>
              </a:rPr>
              <a:t>개정이력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B금융 본문체 Medium"/>
              <a:ea typeface="KB금융 본문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46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서브시스템명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53394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REQ-0001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계약서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계약서 기본정보: 계약서 번호, 계약명, 계약일자 등 기본 계약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프로젝트 기간: 계약서에 명시된 프로젝트 시작일, 종료일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개발공수: 계약서에 정의된 총 개발공수 및 단계별 공수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투입인력 계획: 계약서에 명시된 투입인력 규모 및 역할별 인력 계획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선정업체 제안사항: 선정업체가 제안한 변경사항 및 개선안 내용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계약 우선순위 표시: 구축요건정의서 대비 계약서 내용의 우선순위 적용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목표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프로젝트명: 목표를 설정할 프로젝트의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목표 구분: 단기/중기/장기 목표 구분 선택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목표 내용: 구체적인 추진 목표 내용 입력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목표 지표: 목표 달성을 측정할 수 있는 정량적 지표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목표 기한: 목표 달성 예정 일정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담당자: 목표 달성 책임자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기대 효과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프로젝트명: 기대 효과를 정의할 프로젝트의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효과 유형: 정량적/정성적 효과 구분 선택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효과 내용: 구체적인 기대 효과 내용 설명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측정 방법: 효과를 측정하고 평가하는 방법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예상 효과값: 정량적으로 예상되는 효과 수치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효과 발생 시점: 효과가 나타날 것으로 예상되는 시기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관련 이해관계자: 해당 효과와 관련된 이해관계자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REQ-0006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범위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프로젝트명: 범위를 정의할 프로젝트의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적용 대상: 프로젝트가 적용될 대상 시스템이나 업무 영역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포함 범위: 프로젝트에 포함되는 구체적인 범위 내용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제외 범위: 프로젝트에서 명시적으로 제외되는 범위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범위 경계: 프로젝트 범위의 명확한 경계선 정의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영향도 분석: 범위 변경 시 미치는 영향도 분석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승인 상태: 정의된 범위의 승인 여부 및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기본정보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프로젝트명: 프로젝트의 공식 명칭을 입력하고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프로젝트 코드: 프로젝트 식별을 위한 고유 코드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프로젝트 설명: 프로젝트의 목적과 개요 설명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프로젝트 상태: 현재 프로젝트의 진행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등록일: 프로젝트 등록 일자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등록자: 프로젝트를 등록한 사용자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일정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프로젝트명: 일정을 관리할 프로젝트명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시작일: 프로젝트 시작 예정일 또는 실제 시작일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종료일: 프로젝트 종료 예정일 또는 실제 종료일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총 기간: 프로젝트 전체 소요 기간 계산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진행률: 현재까지의 프로젝트 진행률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남은 기간: 프로젝트 완료까지 남은 기간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일정 상태: 일정 준수 여부 및 지연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REQ-0032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단계별 추진계획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프로젝트명: 계획을 수립할 프로젝트명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단계명: 각 추진 단계의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단계 설명: 해당 단계의 목적과 주요 활동 내용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단계 시작일: 각 단계의 시작 예정일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단계 종료일: 각 단계의 완료 예정일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단계 상태: 각 단계의 현재 진행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주요 산출물: 해당 단계에서 생성되는 주요 결과물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담당자: 각 단계의 책임자 및 담당자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개발 상세 내용 정의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개발 프로젝트명: 개발할 시스템의 프로젝트명을 입력하고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개발 범위: 시스템 개발의 범위와 경계를 정의하고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기능 명세: 개발할 기능들의 상세 명세를 작성하고 관리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기술 스택: 개발에 사용할 기술 스택과 개발 환경을 정의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개발 일정: 개발 단계별 일정과 마일스톤을 설정하고 관리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담당자 정보: 개발 담당자 및 관련 인력 정보를 관리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REQ-0008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시스템 구성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시스템 구성 요소 목록: 전체 시스템을 구성하는 컴포넌트들의 목록을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구성 요소 상세 정보: 선택된 구성 요소의 상세 정보 및 속성을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구성 요소 추가/수정/삭제: 새로운 구성 요소 추가 및 기존 요소 수정/삭제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구성 요소 관계 설정: 구성 요소 간의 의존성 및 연결 관계 설정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구성 내역 검색/필터: 구성 요소를 검색하고 필터링하는 기능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REQ-0009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시스템 구성도 뷰어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시스템 구성도 다이어그램: 전체 시스템 구성 요소를 시각적 다이어그램으로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구성 요소 연결선: 시스템 구성 요소 간의 연결 관계를 선으로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구성도 확대/축소: 구성도를 확대하거나 축소하여 상세 보기 제공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구성 요소 상태 표시: 각 구성 요소의 현재 상태를 색상이나 아이콘으로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구성도 레이어 선택: 네트워크, 애플리케이션, 데이터 등 레이어별 구성도 선택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구성도 내보내기: 구성도를 이미지나 문서 형태로 내보내기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REQ-0010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SCR-010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하드웨어 목록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하드웨어 목록 테이블: 등록된 하드웨어 목록을 테이블 형태로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하드웨어 정보: 하드웨어명, 모델명, 제조사, 사양 등 상세 정보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검색 필터: 하드웨어 유형, 제조사, 모델명 등으로 목록 필터링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등록 버튼: 새로운 하드웨어 정보를 등록하는 버튼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수정 버튼: 선택된 하드웨어 정보를 수정하는 버튼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삭제 버튼: 선택된 하드웨어 정보를 삭제하는 버튼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REQ-0017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서비스 관리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 목록: 등록된 모든 서비스의 목록과 기본 정보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배포 상태: 각 서비스별 현재 배포 상태 및 버전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개발 진행률: 서비스별 개발 진행 상황 및 일정 현황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 상태 모니터링: 각 서비스의 실시간 운영 상태 및 헬스체크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배포 이력: 서비스별 배포 이력 및 롤백 가능 버전 목록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관리 액션: 서비스 시작/중지/재시작 등 관리 기능 버튼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REQ-0014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SCR-014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기술 적용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 목록: 기술 적용 대상 서비스들의 목록과 현재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적용 가능 기술 목록: 각 서비스에 적용 가능한 최신 기술 스택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기술 적용 진행 상태: 서비스별 기술 적용 진행률과 단계별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적용 일정 관리: 기술 적용 계획 및 일정 관리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기술 호환성 검증 결과: 새로운 기술과 기존 시스템 간의 호환성 검증 상태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REQ-0020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SCR-020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비대면 조직 플랫폼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플랫폼 현황 대시보드: 비대면 조직의 플랫폼 운영 현황을 한눈에 볼 수 있는 대시보드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애자일 프로세스 관리: 스프린트, 백로그, 번다운 차트 등 애자일 개발 프로세스 관리 도구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팀 협업 도구 연동: Slack, Teams, Jira 등 협업 도구와의 연동 상태 및 설정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원격 근무 지원 기능: 화상회의, 온라인 화이트보드, 문서 공유 등 원격 근무 지원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개발문화 지표: 코드 리뷰율, 배포 빈도, 장애 복구 시간 등 개발문화 성숙도 지표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REQ-0023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KB스타뱅킹 어드민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시스템 현황 요약: 전체 시스템 상태 및 주요 지표를 한눈에 볼 수 있는 대시보드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사용자 관리 메뉴: 내부 직원 계정 관리 및 권한 설정 메뉴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운영 모니터링: 실시간 시스템 운영 상태 및 성능 지표 모니터링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업무 처리 현황: 진행 중인 업무 및 처리 완료된 업무 현황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알림 및 공지사항: 중요 알림 메시지 및 운영 공지사항 표시 영역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빠른 작업 메뉴: 자주 사용하는 관리 기능에 대한 빠른 접근 메뉴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REQ-0027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SCR-027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팀 단위 서비스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팀 목록: 등록된 팀 목록과 각 팀의 기본 정보를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팀별 서비스 현황: 각 팀에 할당된 단위 서비스 목록과 상태 정보를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 간 연결 관계도: 팀 간 서비스 연결 상태와 의존성을 시각적으로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자원 사용량 현황: 팀별 자원 사용량과 확장 가능한 자원 정보를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협업 상태 지표: 팀 간 협업 활동 지표와 서비스 연동 현황을 표시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 할당 관리: 팀에 서비스를 할당하거나 재배치할 수 있는 관리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외부 시스템 연계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연계 시스템 목록: 연계 중인 외부 시스템들의 목록과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API 게이트웨이 상태: 내부 API G/W의 연결 상태 및 처리 현황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EAI 연계 현황: EAI를 통한 시스템 간 연계 상태 및 트랜잭션 처리 현황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연계 성공/실패 통계: 시스템별 연계 성공률 및 실패 건수 통계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실시간 모니터링: 연계 시스템들의 실시간 상태 및 응답시간 모니터링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오류 로그: 연계 과정에서 발생한 오류 및 예외 상황 로그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REQ-0030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프레임워크 관리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프레임워크 버전 정보: 현재 구축된 프레임워크의 버전과 빌드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구성 요소 목록: 프레임워크를 구성하는 모듈 및 라이브러리 목록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시스템 상태: 프레임워크 운영 상태 및 헬스체크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설정 관리: 프레임워크 환경 설정 및 파라미터 관리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로그 조회: 프레임워크 운영 로그 및 오류 로그 조회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REQ-0037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공통기능 관리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공통기능 목록: 개발된 공통기능 모듈의 목록과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기능 상세 정보: 각 공통기능의 상세 스펙 및 사용법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의존성 관계: 공통기능 간의 의존성 및 연관 관계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테스트 결과: 공통기능 단위 테스트 및 통합 테스트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사용 현황: 각 공통기능의 활용 현황 및 통계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배포 관리: 공통기능 배포 이력 및 배포 계획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PaaS 프레임워크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컨테이너 현황: 실행 중인 컨테이너 목록과 리소스 사용량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개발 진행률: PaaS 프레임워크 개발 단계별 진행 상황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성능 지표: 프레임워크 성능 메트릭 및 벤치마크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오케스트레이션 상태: 컨테이너 오케스트레이션 도구의 운영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개발 경험 로그: 개발 과정에서 축적된 경험과 노하우 기록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공통기능 현황: PaaS 환경에서 제공되는 공통기능 목록과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확장형 페이지 API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API 목록: 확장형 페이지에서 호출되는 API들의 목록을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API 상태: 각 API의 현재 상태(활성/비활성) 정보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클릭수 통계: API별 클릭수 집계 데이터를 차트 또는 표 형태로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API 설정: API 호출 설정 및 파라미터 관리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집계 기간 설정: 클릭수 집계를 위한 기간 설정 옵션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API 추가/수정/삭제: 새로운 API 등록 및 기존 API 정보 수정/삭제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REQ-0041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SCR-041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KB스타뱅킹 운영 어드민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시스템 상태 현황: KB스타뱅킹 주요 시스템들의 실시간 운영 상태 및 가용성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사용자 접속 통계: 실시간 접속자 수, 일별/시간별 사용자 접속 현황 차트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거래량 모니터링: 주요 금융거래별 처리량 및 성공/실패 건수 현황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알림 및 이벤트: 시스템 장애, 임계치 초과 등 운영 관련 알림 목록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성능 지표: 응답시간, CPU/메모리 사용률 등 주요 성능 지표 현황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운영 메뉴: 사용자 관리, 시스템 설정, 로그 조회 등 운영 기능 메뉴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시스템 아키텍처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 목록: 독립적으로 구성된 각 서비스들의 현황 및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PaaS 환경 정보: JSP 화면 액션과 JAVA 업무 개발영역의 PaaS 구성 현황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 독립성 지표: 각 서비스별 독립성 수준 및 의존성 관계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확장성 현황: 시스템 확장 가능성 및 유연성 관련 지표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플랫폼 리소스 사용률: OCP 플랫폼의 CPU, 메모리, 스토리지 사용 현황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클러스터 모니터링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클러스터 전체 상태: OCP 클러스터의 전반적인 헬스 상태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노드 리소스 사용률: 각 노드별 CPU, 메모리, 디스크 사용률 차트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컨테이너 성능 지표: 실행 중인 컨테이너들의 성능 메트릭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어플리케이션 성능 현황: 배포된 어플리케이션별 성능 지표 및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알림 및 경고 목록: 임계치 초과 시 발생하는 알림 메시지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시간별 트렌드 차트: 시간대별 리소스 사용량 변화 추이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REQ-0046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MSA 거래 추적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 토폴로지 맵: MSA 서비스 간 연결 관계를 시각적으로 표현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거래 추적 타임라인: 특정 거래의 서비스 호출 순서와 소요 시간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서비스별 성능 지표: 각 서비스의 응답시간, 처리량, 에러율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트래픽 플로우 현황: 서비스 간 실시간 트래픽 흐름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에러 및 지연 분석: 성능 이슈가 발생한 구간 및 원인 분석 정보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REQ-0049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Service Mesh 트래픽 모니터링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 메시 토폴로지: istio 기반 서비스 메시 구조 및 연결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트래픽 메트릭 차트: 서비스별 요청량, 응답시간, 성공률 차트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분산 추적 정보: Jaeger를 통한 요청의 전체 경로 추적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서비스 의존성 그래프: 서비스 간 의존 관계 및 호출 패턴 시각화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성능 임계치 알림: 설정된 성능 기준 초과 시 알림 표시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트래픽 필터링 옵션: 시간대, 서비스, 상태별 트래픽 데이터 필터링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SCR-004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통합 로그 조회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로그 검색 필터: 시간, 서비스, 로그 레벨별 검색 조건 설정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실시간 로그 스트림: 실시간으로 수집되는 로그 데이터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로그 상세 내용: 선택된 로그의 전체 내용 및 메타데이터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로그 통계 차트: 시간대별, 레벨별 로그 발생 현황 차트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에러 로그 하이라이트: 에러 및 경고 로그를 구분하여 강조 표시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로그 내보내기 기능: 조회된 로그 데이터를 파일로 다운로드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즐겨찾기 쿼리: 자주 사용하는 검색 조건을 저장 및 재사용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REQ-0048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SCR-048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스타루트 엔진 어드민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엔진 상태 모니터링: 스타루트 엔진의 현재 상태 및 동작 여부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API 호출 통계: API 호출 횟수, 성공률, 응답시간 등 통계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엔진 설정 관리: 스타루트 엔진의 각종 설정값 조회 및 수정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로그 조회: 엔진 동작 로그 및 오류 로그 조회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엔진 제어: 엔진 시작, 중지, 재시작 등 제어 기능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SCR-053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CI/CD 파이프라인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파이프라인 목록: 등록된 CI/CD 파이프라인 목록과 각각의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빌드 실행 상태: 현재 진행 중인 빌드 작업의 실시간 상태와 진행률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배포 이력: 과거 배포 실행 결과와 성공/실패 여부, 배포 시간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파이프라인 설정: 빌드 및 배포 단계별 설정 정보와 환경 변수 관리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로그 조회: 빌드 및 배포 과정에서 발생한 상세 로그 정보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SCR-054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CBT 환경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CBT 환경 목록: 구축된 CBT 테스트 환경 목록과 각 환경의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다크배포 설정: 다크배포 파이프라인 구성 및 배포 대상 환경 설정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테스트 진행 현황: 현재 진행 중인 CBT 테스트 현황과 참여자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배포 버전 관리: CBT 환경에 배포된 애플리케이션 버전 정보와 롤백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테스트 결과: CBT 수행 결과 및 피드백 수집 현황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환경 모니터링: CBT 환경의 리소스 사용량 및 성능 지표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DB동기화 모니터링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동기화 상태: 현재 DB동기화 진행 상태 (정상/오류/중단)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소스 DB 정보: 동기화 원본 데이터베이스 연결 정보 및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타겟 DB 정보: 동기화 대상 데이터베이스 연결 정보 및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동기화 진행률: 현재 동기화 작업의 진행률 및 처리된 레코드 수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오류 로그: 동기화 과정에서 발생한 오류 메시지 및 상세 정보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동기화 설정: CDC 또는 Kafka 메시징 큐 관련 설정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REQ-0058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SCR-058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백업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환경별 백업 상태: 개발, 스테이징, 운영 환경별 백업 진행 상태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서버 백업 현황: Bastion, EFK, Kafka 서버의 백업 완료/실패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클러스터 etcd 백업 상태: 클러스터 etcd 백업의 최근 실행 결과 및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백업 스케줄 설정: 자동 백업 주기 및 시간 설정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t>백업 히스토리: 과거 백업 실행 이력 및 성공/실패 로그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>수동 백업 실행: 즉시 백업 실행을 위한 수동 백업 버튼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db2004192l">
  <a:themeElements>
    <a:clrScheme name="New KPMG">
      <a:dk1>
        <a:srgbClr val="000000"/>
      </a:dk1>
      <a:lt1>
        <a:sysClr val="window" lastClr="FFFFFF"/>
      </a:lt1>
      <a:dk2>
        <a:srgbClr val="00338D"/>
      </a:dk2>
      <a:lt2>
        <a:srgbClr val="F0F0F0"/>
      </a:lt2>
      <a:accent1>
        <a:srgbClr val="0091DA"/>
      </a:accent1>
      <a:accent2>
        <a:srgbClr val="6D2077"/>
      </a:accent2>
      <a:accent3>
        <a:srgbClr val="005EB8"/>
      </a:accent3>
      <a:accent4>
        <a:srgbClr val="00A3A1"/>
      </a:accent4>
      <a:accent5>
        <a:srgbClr val="EAAA00"/>
      </a:accent5>
      <a:accent6>
        <a:srgbClr val="43B02A"/>
      </a:accent6>
      <a:hlink>
        <a:srgbClr val="0091DA"/>
      </a:hlink>
      <a:folHlink>
        <a:srgbClr val="0091DA"/>
      </a:folHlink>
    </a:clrScheme>
    <a:fontScheme name="cdb2004192l">
      <a:majorFont>
        <a:latin typeface="맑은 고딕"/>
        <a:ea typeface="맑은 고딕"/>
        <a:cs typeface=""/>
      </a:majorFont>
      <a:minorFont>
        <a:latin typeface="Opt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EAAA00">
            <a:lumMod val="40000"/>
            <a:lumOff val="60000"/>
          </a:srgbClr>
        </a:solidFill>
        <a:ln w="9525" cap="flat" cmpd="sng" algn="ctr">
          <a:solidFill>
            <a:srgbClr val="F1A6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45720" rIns="36000" bIns="45720" numCol="1" rtlCol="0" anchor="ctr" anchorCtr="0" compatLnSpc="1">
        <a:prstTxWarp prst="textNoShape">
          <a:avLst/>
        </a:prstTxWarp>
        <a:noAutofit/>
      </a:bodyPr>
      <a:lstStyle>
        <a:defPPr marL="85725" marR="0" indent="-85725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400" b="1" i="0" u="none" strike="noStrike" kern="0" cap="none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rgbClr val="4D4D4D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28398" dir="1593903" algn="ctr" rotWithShape="0">
                  <a:schemeClr val="tx1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smtClean="0"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txDef>
  </a:objectDefaults>
  <a:extraClrSchemeLst>
    <a:extraClrScheme>
      <a:clrScheme name="cdb2004192l 1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2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3">
        <a:dk1>
          <a:srgbClr val="000000"/>
        </a:dk1>
        <a:lt1>
          <a:srgbClr val="FFFFFF"/>
        </a:lt1>
        <a:dk2>
          <a:srgbClr val="1D1F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646ef5d-4f8d-4332-a844-395e5093eb0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04B4CE4CA12F429AABBE641B9CCC0E" ma:contentTypeVersion="11" ma:contentTypeDescription="Create a new document." ma:contentTypeScope="" ma:versionID="c0b1d0d1127a22ecf8a5a81cfbdcaa50">
  <xsd:schema xmlns:xsd="http://www.w3.org/2001/XMLSchema" xmlns:xs="http://www.w3.org/2001/XMLSchema" xmlns:p="http://schemas.microsoft.com/office/2006/metadata/properties" xmlns:ns3="5646ef5d-4f8d-4332-a844-395e5093eb07" xmlns:ns4="c6904b36-efd8-494a-aa32-d9e929796570" targetNamespace="http://schemas.microsoft.com/office/2006/metadata/properties" ma:root="true" ma:fieldsID="e5710121105b2dbb76e0c29e758e35fe" ns3:_="" ns4:_="">
    <xsd:import namespace="5646ef5d-4f8d-4332-a844-395e5093eb07"/>
    <xsd:import namespace="c6904b36-efd8-494a-aa32-d9e92979657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6ef5d-4f8d-4332-a844-395e5093eb0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04b36-efd8-494a-aa32-d9e92979657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A5E6DF-3655-452E-A02F-DF0A864F3FC1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5646ef5d-4f8d-4332-a844-395e5093eb07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c6904b36-efd8-494a-aa32-d9e92979657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CA8A526-87F2-43B5-9774-CC13372E76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A2E592-11D4-448E-BD92-A4E37812B37F}">
  <ds:schemaRefs>
    <ds:schemaRef ds:uri="5646ef5d-4f8d-4332-a844-395e5093eb07"/>
    <ds:schemaRef ds:uri="c6904b36-efd8-494a-aa32-d9e9297965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30255</TotalTime>
  <Words>62</Words>
  <Application>Microsoft Macintosh PowerPoint</Application>
  <PresentationFormat>A4 용지(210x297mm)</PresentationFormat>
  <Paragraphs>35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6" baseType="lpstr">
      <vt:lpstr>맑은 고딕</vt:lpstr>
      <vt:lpstr>KB금융 본문체 Bold</vt:lpstr>
      <vt:lpstr>KB금융 본문체 Light</vt:lpstr>
      <vt:lpstr>KB금융 본문체 Medium</vt:lpstr>
      <vt:lpstr>KB금융 제목체 Bold</vt:lpstr>
      <vt:lpstr>KoPub돋움체 Bold</vt:lpstr>
      <vt:lpstr>KoPub돋움체 Medium</vt:lpstr>
      <vt:lpstr>Arial</vt:lpstr>
      <vt:lpstr>Calibri</vt:lpstr>
      <vt:lpstr>Optima</vt:lpstr>
      <vt:lpstr>Wingdings</vt:lpstr>
      <vt:lpstr>2_디자인 사용자 지정</vt:lpstr>
      <vt:lpstr>2_cdb2004192l</vt:lpstr>
      <vt:lpstr>PowerPoint 프레젠테이션</vt:lpstr>
      <vt:lpstr>PowerPoint 프레젠테이션</vt:lpstr>
      <vt:lpstr>PowerPoint 프레젠테이션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삼정KPMG</dc:creator>
  <cp:lastModifiedBy>Microsoft Office User</cp:lastModifiedBy>
  <cp:revision>2505</cp:revision>
  <cp:lastPrinted>2024-06-05T07:20:25Z</cp:lastPrinted>
  <dcterms:created xsi:type="dcterms:W3CDTF">2005-06-13T02:27:40Z</dcterms:created>
  <dcterms:modified xsi:type="dcterms:W3CDTF">2026-05-09T23:16:19Z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0x010100B404B4CE4CA12F429AABBE641B9CCC0E</vt:lpwstr>
  </property>
</Properties>
</file>